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2676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0"/>
            <a:ext cx="9169464" cy="515105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2"/>
            <a:ext cx="8829202" cy="515105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515105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2"/>
            <a:ext cx="9175185" cy="515105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363251" y="-646368"/>
            <a:ext cx="5146448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890229" y="816787"/>
            <a:ext cx="3725650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3121925" y="614238"/>
            <a:ext cx="5036024" cy="23840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AI Injury Risk Co-Pilot</a:t>
            </a:r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3367582"/>
            <a:ext cx="9163282" cy="17834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14047" y="3720720"/>
            <a:ext cx="5291920" cy="808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Predicting Short-Term Injury Risk from Workload &amp; Hip Mobility</a:t>
            </a:r>
          </a:p>
        </p:txBody>
      </p:sp>
      <p:sp>
        <p:nvSpPr>
          <p:cNvPr id="4" name="Text 2"/>
          <p:cNvSpPr/>
          <p:nvPr/>
        </p:nvSpPr>
        <p:spPr>
          <a:xfrm>
            <a:off x="3319714" y="3248025"/>
            <a:ext cx="250447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Jared Nusink • COMP 4449 • March 2026</a:t>
            </a:r>
            <a:endParaRPr lang="en-US" sz="1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Problem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36295" y="487110"/>
            <a:ext cx="2268977" cy="4159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Sports injuries cost $20B+ annually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Coaches rely on subjective judgment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Tools don't integrate workload + mobility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ML models rarely deployed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248D55-2F4A-1A95-F3B4-F37F15E1F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2126" y="1671130"/>
            <a:ext cx="2711832" cy="18101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9C8D46-54D8-4DF1-99A2-E651C7B13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9143998" cy="51435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E12BF4D-F47A-41C1-85FC-652E412D3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5923210" y="513017"/>
            <a:ext cx="3997939" cy="391404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F055B3-1F95-4ABA-BFE4-A58320A82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9124485" cy="336066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FBF53F-BBBA-4974-AD72-0E8CD294E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466" y="-1"/>
            <a:ext cx="9134528" cy="48005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620781" y="-730333"/>
            <a:ext cx="5406148" cy="20847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Solution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166352" y="3705367"/>
            <a:ext cx="5406148" cy="948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An AI Co-Pilot that predicts injury risk in the next 7 days using: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2875D7-3769-4291-959E-9FAD764A7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4345" y="0"/>
            <a:ext cx="2410770" cy="51435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718271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load metrics (session-RPE, ACWR)</a:t>
            </a:r>
            <a:endParaRPr lang="en-US" sz="1350" dirty="0"/>
          </a:p>
          <a:p>
            <a:pPr marL="342900" indent="-342900">
              <a:lnSpc>
                <a:spcPts val="243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 mobility assessments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machine learning model (AUC 0.83)</a:t>
            </a:r>
            <a:endParaRPr lang="en-US" sz="1350" dirty="0"/>
          </a:p>
          <a:p>
            <a:pPr marL="342900" indent="-342900">
              <a:lnSpc>
                <a:spcPts val="243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 with safety overrides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3961758"/>
            <a:ext cx="9143997" cy="1193056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3961758"/>
            <a:ext cx="6086475" cy="1193056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3961758"/>
            <a:ext cx="9143998" cy="1193056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245903" y="4118228"/>
            <a:ext cx="5594661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Evidence: ACWR Spikes Precede Injury</a:t>
            </a:r>
            <a:endParaRPr lang="en-US" sz="2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4BCC9B-78F1-DA4D-3260-7C24DFBD4F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123" r="1" b="1"/>
          <a:stretch>
            <a:fillRect/>
          </a:stretch>
        </p:blipFill>
        <p:spPr>
          <a:xfrm>
            <a:off x="783546" y="293124"/>
            <a:ext cx="7646371" cy="33893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495030" y="2075329"/>
            <a:ext cx="2160621" cy="23039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 Predictors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F00C1E-2943-AE08-0E89-2E4BB66A9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821" y="539508"/>
            <a:ext cx="5419311" cy="40644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3961758"/>
            <a:ext cx="9143997" cy="1193056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3961758"/>
            <a:ext cx="6086475" cy="1193056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3961758"/>
            <a:ext cx="9143998" cy="1193056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24785" y="4118228"/>
            <a:ext cx="5221554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Workload Spikes → Injury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5D388E-AF0A-390F-C43F-FBA17147B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97" y="293124"/>
            <a:ext cx="7928270" cy="33893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278361"/>
            <a:ext cx="7924800" cy="84961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49661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530352" y="2011661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Score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583161"/>
            <a:ext cx="7461504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discrimination between high-risk and low-risk days on held-out temporal validation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24784" y="186028"/>
            <a:ext cx="5297791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AI Co-Pilot - Live Interface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6A4B02-97C6-DEA6-BCD9-16AA069C2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734" y="1474719"/>
            <a:ext cx="6814529" cy="333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3961758"/>
            <a:ext cx="9143997" cy="1193056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3961758"/>
            <a:ext cx="6086475" cy="1193056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3961758"/>
            <a:ext cx="9143998" cy="1193056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262390" y="4123586"/>
            <a:ext cx="5561687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Risk Assessment &amp; Recommendations</a:t>
            </a:r>
            <a:endParaRPr lang="en-US" sz="2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1C73C0-E0A4-65E1-E969-6A957A80C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775" y="293124"/>
            <a:ext cx="7249913" cy="33893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3"/>
            <a:ext cx="7924800" cy="129530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44961"/>
            <a:ext cx="7924800" cy="129530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Overrides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63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 Crisis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026844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Mobility &lt;25% or drops &gt;60% → Force HIGH risk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8497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Streak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322141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&gt;600 + 7-day avg &gt;450 → Elevate risk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Impact &amp; Contributions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07694" y="487110"/>
            <a:ext cx="4916510" cy="4159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Bridges ML research and practical tools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Combines predictions + clinical rules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Actionable recommendations, not probabilities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Limitations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36295" y="487110"/>
            <a:ext cx="2268977" cy="4159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Limited to specific athlete population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Subjective inputs (RPE, hip mobility)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Omits history, position, demographics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Requires ongoing validation and refinement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F8F665-60B9-A8FE-AC53-0E8F15019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2126" y="917592"/>
            <a:ext cx="2711832" cy="33172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Future Directions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07694" y="487110"/>
            <a:ext cx="4916510" cy="4159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Add sleep quality, nutrition, prior injury history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Personalized baselines per athlete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Mobile app for real-time team monitoring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External validation across sports and levels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3964" y="1880295"/>
            <a:ext cx="24959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80457" y="2657475"/>
            <a:ext cx="9829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957912" y="3076575"/>
            <a:ext cx="322817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github.com/JNusink/athlete-injury-workload-prediction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250</Words>
  <Application>Microsoft Office PowerPoint</Application>
  <PresentationFormat>On-screen Show (16:9)</PresentationFormat>
  <Paragraphs>59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Jared Nusink</cp:lastModifiedBy>
  <cp:revision>2</cp:revision>
  <dcterms:created xsi:type="dcterms:W3CDTF">2026-03-11T23:45:27Z</dcterms:created>
  <dcterms:modified xsi:type="dcterms:W3CDTF">2026-03-12T00:00:05Z</dcterms:modified>
</cp:coreProperties>
</file>